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85" r:id="rId2"/>
    <p:sldId id="295" r:id="rId3"/>
    <p:sldId id="259" r:id="rId4"/>
    <p:sldId id="298" r:id="rId5"/>
    <p:sldId id="296" r:id="rId6"/>
    <p:sldId id="279" r:id="rId7"/>
    <p:sldId id="283" r:id="rId8"/>
    <p:sldId id="280" r:id="rId9"/>
    <p:sldId id="297" r:id="rId10"/>
    <p:sldId id="294" r:id="rId11"/>
    <p:sldId id="293" r:id="rId12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91883" autoAdjust="0"/>
  </p:normalViewPr>
  <p:slideViewPr>
    <p:cSldViewPr snapToGrid="0">
      <p:cViewPr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CYMK red is Magenta + Yellow = FF-00-FF </a:t>
            </a:r>
            <a:r>
              <a:rPr lang="en-US" dirty="0" err="1"/>
              <a:t>xor</a:t>
            </a:r>
            <a:r>
              <a:rPr lang="en-US" dirty="0"/>
              <a:t> FF-FF-00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6B424-CA33-4A3E-9131-9279D1BF938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60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WZKT0RdefqRSvO-EjSs52nuecYIICPC/view?usp=drive_link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olors/colors_wheels.asp" TargetMode="External"/><Relationship Id="rId2" Type="http://schemas.openxmlformats.org/officeDocument/2006/relationships/hyperlink" Target="https://www.w3schools.com/colors/colors_picker.asp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907717" cy="2809475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Boolean geometric operations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48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8B52-9757-A10E-16AD-A54B262E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Intersection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E9638E-16B2-76D7-FDBF-37541EAEC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172" y="1262997"/>
            <a:ext cx="5166479" cy="43320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FCC0FD-592B-6E08-78CB-708171DB7098}"/>
              </a:ext>
            </a:extLst>
          </p:cNvPr>
          <p:cNvSpPr txBox="1"/>
          <p:nvPr/>
        </p:nvSpPr>
        <p:spPr>
          <a:xfrm>
            <a:off x="4863921" y="5799786"/>
            <a:ext cx="1614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Sphere-in-cube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77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2"/>
              </a:rPr>
              <a:t>https://www.w3schools.com/colors/colors_picker.asp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https://www.w3schools.com/colors/colors_wheels.asp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77BC6-CDB7-E571-CE2C-698A0CA1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 in 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4326-F21B-DDC8-0D94-A05B597C6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466"/>
            <a:ext cx="10515600" cy="48553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RGB</a:t>
            </a:r>
            <a:r>
              <a:rPr lang="en-US" dirty="0"/>
              <a:t> for screens – </a:t>
            </a:r>
            <a:r>
              <a:rPr lang="en-US" b="1" dirty="0">
                <a:solidFill>
                  <a:srgbClr val="FF0000"/>
                </a:solidFill>
              </a:rPr>
              <a:t>additive colors </a:t>
            </a:r>
            <a:r>
              <a:rPr lang="en-US" dirty="0"/>
              <a:t>since pixels are additive</a:t>
            </a:r>
          </a:p>
          <a:p>
            <a:r>
              <a:rPr lang="en-US" dirty="0"/>
              <a:t>	Red: color="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/>
              <a:t>0000", blue: color="0000</a:t>
            </a:r>
            <a:r>
              <a:rPr lang="en-US" dirty="0">
                <a:solidFill>
                  <a:schemeClr val="accent1"/>
                </a:solidFill>
              </a:rPr>
              <a:t>FF</a:t>
            </a:r>
            <a:r>
              <a:rPr lang="en-US" dirty="0"/>
              <a:t>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CMYK</a:t>
            </a:r>
            <a:r>
              <a:rPr lang="en-US" dirty="0"/>
              <a:t> for physical color printing like paper – </a:t>
            </a:r>
            <a:r>
              <a:rPr lang="en-US" b="1" dirty="0">
                <a:solidFill>
                  <a:srgbClr val="FF0000"/>
                </a:solidFill>
              </a:rPr>
              <a:t>subtractive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FF"/>
                </a:solidFill>
              </a:rPr>
              <a:t>Cyan</a:t>
            </a:r>
            <a:r>
              <a:rPr lang="en-US" dirty="0"/>
              <a:t> – absorbs red and reflects green and blue</a:t>
            </a:r>
          </a:p>
          <a:p>
            <a:r>
              <a:rPr lang="en-US" dirty="0"/>
              <a:t>	color="#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Magenta</a:t>
            </a:r>
            <a:r>
              <a:rPr lang="en-US" dirty="0"/>
              <a:t> – absorbs green and reflects red and blue</a:t>
            </a:r>
          </a:p>
          <a:p>
            <a:r>
              <a:rPr lang="en-US" dirty="0"/>
              <a:t>	color="#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00</a:t>
            </a:r>
            <a:r>
              <a:rPr lang="en-US" dirty="0">
                <a:solidFill>
                  <a:srgbClr val="0070C0"/>
                </a:solidFill>
              </a:rPr>
              <a:t>FF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  <a:highlight>
                  <a:srgbClr val="000000"/>
                </a:highlight>
              </a:rPr>
              <a:t>Yellow</a:t>
            </a:r>
            <a:r>
              <a:rPr lang="en-US" dirty="0"/>
              <a:t> – absorbs blue and reflects red and green</a:t>
            </a:r>
          </a:p>
          <a:p>
            <a:r>
              <a:rPr lang="en-US" dirty="0"/>
              <a:t>	color="#</a:t>
            </a:r>
            <a:r>
              <a:rPr lang="en-US" dirty="0">
                <a:solidFill>
                  <a:srgbClr val="FF0000"/>
                </a:solidFill>
              </a:rPr>
              <a:t>FF</a:t>
            </a:r>
            <a:r>
              <a:rPr lang="en-US" dirty="0">
                <a:solidFill>
                  <a:srgbClr val="00B050"/>
                </a:solidFill>
              </a:rPr>
              <a:t>FF</a:t>
            </a:r>
            <a:r>
              <a:rPr lang="en-US" dirty="0">
                <a:solidFill>
                  <a:srgbClr val="0070C0"/>
                </a:solidFill>
              </a:rPr>
              <a:t>00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12174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8104-72A9-310F-7BA5-B5F2D1F4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Compliments/Intersections with colors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0886D5-A9A3-4096-9D4E-BA7782A149E3}"/>
              </a:ext>
            </a:extLst>
          </p:cNvPr>
          <p:cNvSpPr/>
          <p:nvPr/>
        </p:nvSpPr>
        <p:spPr>
          <a:xfrm>
            <a:off x="2837793" y="2103437"/>
            <a:ext cx="1639614" cy="13255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00 00 00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5397A-2CBD-8D8A-E593-C73C4A9C46D8}"/>
              </a:ext>
            </a:extLst>
          </p:cNvPr>
          <p:cNvSpPr/>
          <p:nvPr/>
        </p:nvSpPr>
        <p:spPr>
          <a:xfrm>
            <a:off x="6074981" y="2144219"/>
            <a:ext cx="1639614" cy="13255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FF </a:t>
            </a:r>
            <a:r>
              <a:rPr lang="en-US" dirty="0" err="1"/>
              <a:t>FF</a:t>
            </a:r>
            <a:r>
              <a:rPr lang="en-US" dirty="0"/>
              <a:t> </a:t>
            </a:r>
            <a:r>
              <a:rPr lang="en-US" dirty="0" err="1"/>
              <a:t>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67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components: classic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color="red"&gt;&lt;/a-box&gt;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color="blue"&gt;&lt;/a-sphere&gt;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&lt;a-plane position="0 0 -4"            </a:t>
            </a:r>
            <a:r>
              <a:rPr lang="en-US" dirty="0">
                <a:solidFill>
                  <a:srgbClr val="FF0000"/>
                </a:solidFill>
              </a:rPr>
              <a:t>{2,3,4}-planes-intersecting.html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	rotation="-90 0 0" </a:t>
            </a:r>
          </a:p>
          <a:p>
            <a:pPr marL="0" indent="0">
              <a:buNone/>
            </a:pPr>
            <a:r>
              <a:rPr lang="en-US" dirty="0"/>
              <a:t>	width="4" </a:t>
            </a:r>
          </a:p>
          <a:p>
            <a:pPr marL="0" indent="0">
              <a:buNone/>
            </a:pPr>
            <a:r>
              <a:rPr lang="en-US" dirty="0"/>
              <a:t>	height="4" </a:t>
            </a:r>
          </a:p>
          <a:p>
            <a:pPr marL="0" indent="0">
              <a:buNone/>
            </a:pPr>
            <a:r>
              <a:rPr lang="en-US" dirty="0"/>
              <a:t>	color="3cb371"&gt;&lt;/a-plane&gt;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Famous: 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&lt;a-box position="-1 0.5 -3" rotation="0 45 0" color=“red"&gt;</a:t>
            </a:r>
          </a:p>
          <a:p>
            <a:pPr marL="0" indent="0">
              <a:buNone/>
            </a:pPr>
            <a:r>
              <a:rPr lang="en-US" dirty="0"/>
              <a:t>	&lt;/a-box&gt;</a:t>
            </a:r>
          </a:p>
          <a:p>
            <a:pPr marL="0" indent="0">
              <a:buNone/>
            </a:pPr>
            <a:r>
              <a:rPr lang="en-US" dirty="0"/>
              <a:t>&lt;a-sphere position="0 1.25 -5" radius="1.25" color=“blue“&gt;</a:t>
            </a:r>
          </a:p>
          <a:p>
            <a:pPr marL="0" indent="0">
              <a:buNone/>
            </a:pPr>
            <a:r>
              <a:rPr lang="en-US" dirty="0"/>
              <a:t>	&lt;/a-sphere&gt;</a:t>
            </a:r>
          </a:p>
          <a:p>
            <a:pPr marL="0" indent="0">
              <a:buNone/>
            </a:pPr>
            <a:r>
              <a:rPr lang="en-US" dirty="0"/>
              <a:t>&lt;a-cylinder position="1 0.75 -3" radius="0.5" height="1.5" color=“purple"&gt;</a:t>
            </a:r>
          </a:p>
          <a:p>
            <a:pPr marL="0" indent="0">
              <a:buNone/>
            </a:pPr>
            <a:r>
              <a:rPr lang="en-US" dirty="0"/>
              <a:t>	&lt;/a-cylinder&gt;</a:t>
            </a:r>
          </a:p>
          <a:p>
            <a:pPr marL="0" indent="0">
              <a:buNone/>
            </a:pPr>
            <a:r>
              <a:rPr lang="en-US" dirty="0"/>
              <a:t>&lt;a-plane position="0 0 -4"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color=“3cb371"&gt;&lt;/a-plane&gt;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721E1-9DEF-F1F5-12C8-5DFBF1ED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51057E-2C78-02EB-4091-6D0BA1FB8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Same position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7952AB-9F8F-D48A-DA13-D0005CA3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069" y="2735873"/>
            <a:ext cx="7801949" cy="26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C59E-54D1-E79A-73BD-B23877E5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614"/>
            <a:ext cx="10515600" cy="1325563"/>
          </a:xfrm>
        </p:spPr>
        <p:txBody>
          <a:bodyPr/>
          <a:lstStyle/>
          <a:p>
            <a:r>
              <a:rPr lang="en-US" dirty="0"/>
              <a:t>HTML/A-frame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497EB-7AB3-3763-A188-97A2338D1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transparent="true"</a:t>
            </a:r>
          </a:p>
          <a:p>
            <a:pPr marL="0" indent="0">
              <a:buNone/>
            </a:pPr>
            <a:r>
              <a:rPr lang="en-US" dirty="0"/>
              <a:t>    opacity= "0.25"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blending="additive"</a:t>
            </a:r>
          </a:p>
          <a:p>
            <a:pPr marL="0" indent="0">
              <a:buNone/>
            </a:pPr>
            <a:r>
              <a:rPr lang="en-US" dirty="0"/>
              <a:t>    none, normal, additive, subtractive, or multiply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49566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C78BF-F581-C759-06D7-8E6620D83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6432E9-4E9C-22B7-4D5E-8E25A2003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639" y="2275512"/>
            <a:ext cx="4553345" cy="242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07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2611</TotalTime>
  <Words>390</Words>
  <Application>Microsoft Office PowerPoint</Application>
  <PresentationFormat>Widescreen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Meiryo</vt:lpstr>
      <vt:lpstr>Aptos</vt:lpstr>
      <vt:lpstr>Arial</vt:lpstr>
      <vt:lpstr>Calibri</vt:lpstr>
      <vt:lpstr>Calibri Light</vt:lpstr>
      <vt:lpstr>office theme</vt:lpstr>
      <vt:lpstr>AR/VR Workshop Boolean geometric operations</vt:lpstr>
      <vt:lpstr>Module demo highlights: Intersection</vt:lpstr>
      <vt:lpstr>Outline</vt:lpstr>
      <vt:lpstr>Colors in A-frame</vt:lpstr>
      <vt:lpstr>Compliments/Intersections with colors</vt:lpstr>
      <vt:lpstr>Several geometric components: classic</vt:lpstr>
      <vt:lpstr>Famous: Several geometric components</vt:lpstr>
      <vt:lpstr>Union</vt:lpstr>
      <vt:lpstr>HTML/A-frame attributes</vt:lpstr>
      <vt:lpstr>Intersection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268</cp:revision>
  <cp:lastPrinted>2024-05-23T21:19:58Z</cp:lastPrinted>
  <dcterms:created xsi:type="dcterms:W3CDTF">2023-10-08T23:58:23Z</dcterms:created>
  <dcterms:modified xsi:type="dcterms:W3CDTF">2026-10-08T01:17:59Z</dcterms:modified>
</cp:coreProperties>
</file>