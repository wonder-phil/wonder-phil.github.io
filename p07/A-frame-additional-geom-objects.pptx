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" r:id="rId2"/>
    <p:sldId id="259" r:id="rId3"/>
    <p:sldId id="297" r:id="rId4"/>
    <p:sldId id="299" r:id="rId5"/>
    <p:sldId id="300" r:id="rId6"/>
    <p:sldId id="261" r:id="rId7"/>
    <p:sldId id="296" r:id="rId8"/>
    <p:sldId id="298" r:id="rId9"/>
    <p:sldId id="301" r:id="rId10"/>
    <p:sldId id="29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3957" autoAdjust="0"/>
  </p:normalViewPr>
  <p:slideViewPr>
    <p:cSldViewPr snapToGrid="0">
      <p:cViewPr varScale="1">
        <p:scale>
          <a:sx n="71" d="100"/>
          <a:sy n="71" d="100"/>
        </p:scale>
        <p:origin x="1610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Landing on mars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5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Geometric objects besides A-frame  standard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Windows: Paint3 D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Linux, MacOS, Windows: Blender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Using a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glb</a:t>
            </a:r>
            <a:r>
              <a:rPr lang="en-US" dirty="0">
                <a:ea typeface="Calibri" panose="020F0502020204030204"/>
                <a:cs typeface="Calibri" panose="020F0502020204030204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440D-B8A7-D8A1-750E-2447AE1E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Ball Drop Code Explanation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8CE97-8D37-3764-3105-4B6C46D3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In the component’s schema</a:t>
            </a:r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 err="1"/>
              <a:t>startY</a:t>
            </a:r>
            <a:r>
              <a:rPr lang="en-US" dirty="0"/>
              <a:t> — how high up the ball starts (default: 5)</a:t>
            </a:r>
          </a:p>
          <a:p>
            <a:pPr marL="0" lvl="0" indent="0">
              <a:buNone/>
            </a:pPr>
            <a:r>
              <a:rPr lang="en-US" b="1" dirty="0" err="1"/>
              <a:t>groundY</a:t>
            </a:r>
            <a:r>
              <a:rPr lang="en-US" dirty="0"/>
              <a:t> — the height of the floor, so the ball knows where to stop (default: 0.5)</a:t>
            </a:r>
          </a:p>
          <a:p>
            <a:pPr marL="0" lvl="0" indent="0">
              <a:buNone/>
            </a:pPr>
            <a:r>
              <a:rPr lang="en-US" b="1" dirty="0"/>
              <a:t>gravity</a:t>
            </a:r>
            <a:r>
              <a:rPr lang="en-US" dirty="0"/>
              <a:t> — acceleration due to gravity (default: ~ 9.8 m/s</a:t>
            </a:r>
            <a:r>
              <a:rPr lang="en-US" baseline="30000" dirty="0"/>
              <a:t>2</a:t>
            </a:r>
            <a:r>
              <a:rPr lang="en-US" dirty="0"/>
              <a:t>  at sea level</a:t>
            </a:r>
          </a:p>
          <a:p>
            <a:pPr marL="0" lvl="0" indent="0">
              <a:buNone/>
            </a:pPr>
            <a:r>
              <a:rPr lang="en-US" b="1" dirty="0"/>
              <a:t>bounce</a:t>
            </a:r>
            <a:r>
              <a:rPr lang="en-US" dirty="0"/>
              <a:t> —speed the ball keeps after each bounce (default: 0.6, meaning it keeps 60% of its speed)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19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5A59-33B7-13FC-E4CF-CD96761F4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EB5A-9DCA-E4A1-02DE-87A38DE5D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Init is run only once on creation of the A-frame component</a:t>
            </a:r>
          </a:p>
          <a:p>
            <a:pPr marL="0" indent="0">
              <a:buNone/>
            </a:pP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Init sets the ball’s starting speed to 0 (not moving yet) and places it at the starting height.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It sets up a click listener on the ball — so if you click it, it jumps back to the starting height and its speed resets to 0. This is what lets you drop it again after it lands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Ensure to remove the event listener in the remove function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7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2660-D65D-771F-03B8-43DA2B90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Tick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E8D71-0976-4B72-6F5A-44318C609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Every time the frame is drawn (redrawn)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Update the ball’s speed.</a:t>
            </a:r>
            <a:r>
              <a:rPr lang="en-US" dirty="0"/>
              <a:t> It takes the current downward speed and adds a bit more to it, based on gravity. Since this happens dozens of times per second, the ball doesn’t just fall at a constant rate — it keeps speeding up the longer it falls, exactly like a real object would.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Move the ball.</a:t>
            </a:r>
            <a:r>
              <a:rPr lang="en-US" dirty="0"/>
              <a:t> Now that we know how fast the ball is moving this frame, we use that speed to actually change its position — moving it down a little bit.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Check if the ball hit the ground.</a:t>
            </a:r>
            <a:r>
              <a:rPr lang="en-US" dirty="0"/>
              <a:t> If the ball’s current height is at or below the floor level, two things happen: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 ball gets snapped exactly onto the floor (so it doesn’t look like it’s sinking into it), and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its speed gets flipped from falling to bouncing — but reduced, using that “bounce” setting. So if it was falling fast, it now bounces back up, but slower than it was falling.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There’s a check that once the bounce speed gets really small, it stops.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290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751D-B22E-6AC2-4C52-544EC92C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ship and green cube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E7A71-2235-1200-04FE-3E754F48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48" y="2729138"/>
            <a:ext cx="8686422" cy="18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08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EA5E-C9B6-112B-B571-1B026114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</a:t>
            </a:r>
            <a:r>
              <a:rPr lang="en-US"/>
              <a:t>some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25D04-69E4-1897-646C-7233C97A0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25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18053-F8C8-3B77-3459-2EB740E2D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CE7E-EC9F-93E4-DEA9-0DF98E1FB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Ani (Anirudh) </a:t>
            </a:r>
            <a:r>
              <a:rPr lang="en-US"/>
              <a:t>Magesh helped </a:t>
            </a:r>
            <a:r>
              <a:rPr lang="en-US" dirty="0"/>
              <a:t>with the ball drop code and the ball-drop write up here</a:t>
            </a:r>
          </a:p>
        </p:txBody>
      </p:sp>
    </p:spTree>
    <p:extLst>
      <p:ext uri="{BB962C8B-B14F-4D97-AF65-F5344CB8AC3E}">
        <p14:creationId xmlns:p14="http://schemas.microsoft.com/office/powerpoint/2010/main" val="203876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92E4-88A1-AB79-F4AF-DE03C9AA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E0BFE-D7BB-1EFB-7C19-D613EA29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Get a chart of the distances and speeds of the planets and </a:t>
            </a:r>
            <a:r>
              <a:rPr lang="en-US"/>
              <a:t>their moons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8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</TotalTime>
  <Words>448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</vt:lpstr>
      <vt:lpstr>Arial</vt:lpstr>
      <vt:lpstr>Calibri</vt:lpstr>
      <vt:lpstr>Calibri Light</vt:lpstr>
      <vt:lpstr>office theme</vt:lpstr>
      <vt:lpstr>AR/VR Workshop Landing on mars</vt:lpstr>
      <vt:lpstr>Outline</vt:lpstr>
      <vt:lpstr>Ball Drop Code Explanation</vt:lpstr>
      <vt:lpstr>Init function</vt:lpstr>
      <vt:lpstr>Tick function</vt:lpstr>
      <vt:lpstr>Space ship and green cube</vt:lpstr>
      <vt:lpstr>Simulating some physics</vt:lpstr>
      <vt:lpstr>Thanks</vt:lpstr>
      <vt:lpstr>AI exercise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165</cp:revision>
  <dcterms:created xsi:type="dcterms:W3CDTF">2023-10-08T23:58:23Z</dcterms:created>
  <dcterms:modified xsi:type="dcterms:W3CDTF">2026-10-08T18:43:21Z</dcterms:modified>
</cp:coreProperties>
</file>