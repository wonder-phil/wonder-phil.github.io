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5" r:id="rId3"/>
    <p:sldId id="284" r:id="rId4"/>
    <p:sldId id="259" r:id="rId5"/>
    <p:sldId id="270" r:id="rId6"/>
    <p:sldId id="283" r:id="rId7"/>
    <p:sldId id="271" r:id="rId8"/>
    <p:sldId id="260" r:id="rId9"/>
    <p:sldId id="294" r:id="rId10"/>
    <p:sldId id="265" r:id="rId11"/>
    <p:sldId id="287" r:id="rId12"/>
    <p:sldId id="267" r:id="rId13"/>
    <p:sldId id="273" r:id="rId14"/>
    <p:sldId id="274" r:id="rId15"/>
    <p:sldId id="295" r:id="rId16"/>
    <p:sldId id="290" r:id="rId17"/>
    <p:sldId id="293" r:id="rId18"/>
    <p:sldId id="268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FFD3"/>
    <a:srgbClr val="50F0C8"/>
    <a:srgbClr val="50FFF0"/>
    <a:srgbClr val="5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93" d="100"/>
          <a:sy n="93" d="100"/>
        </p:scale>
        <p:origin x="62" y="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F953F5-F6A6-4A9E-80F2-AE72588B4608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EB091F1-946A-443E-B12C-699C4EC6FFDB}">
      <dgm:prSet phldrT="[Text]" phldr="0"/>
      <dgm:spPr/>
      <dgm:t>
        <a:bodyPr/>
        <a:lstStyle/>
        <a:p>
          <a:pPr rtl="0"/>
          <a:r>
            <a:rPr lang="en-US">
              <a:latin typeface="Calibri Light" panose="020F0302020204030204"/>
            </a:rPr>
            <a:t>Web components</a:t>
          </a:r>
          <a:endParaRPr lang="en-US"/>
        </a:p>
      </dgm:t>
    </dgm:pt>
    <dgm:pt modelId="{DC6555C6-B277-47EF-ABC4-1B77807295E5}" type="parTrans" cxnId="{05C2CD4C-FB91-43F0-96AB-1D1CDF4F6E73}">
      <dgm:prSet/>
      <dgm:spPr/>
      <dgm:t>
        <a:bodyPr/>
        <a:lstStyle/>
        <a:p>
          <a:endParaRPr lang="en-US"/>
        </a:p>
      </dgm:t>
    </dgm:pt>
    <dgm:pt modelId="{A215A5AD-EFBD-44F3-96BC-D2568C9B9C14}" type="sibTrans" cxnId="{05C2CD4C-FB91-43F0-96AB-1D1CDF4F6E73}">
      <dgm:prSet/>
      <dgm:spPr/>
      <dgm:t>
        <a:bodyPr/>
        <a:lstStyle/>
        <a:p>
          <a:endParaRPr lang="en-US"/>
        </a:p>
      </dgm:t>
    </dgm:pt>
    <dgm:pt modelId="{21B9A824-C9CC-46AE-954D-3493D69B19D6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OpenGL</a:t>
          </a:r>
          <a:endParaRPr lang="en-US" b="1" dirty="0"/>
        </a:p>
      </dgm:t>
    </dgm:pt>
    <dgm:pt modelId="{1B8DF83E-1902-457D-ACC5-09F1653DD144}" type="parTrans" cxnId="{8DFB34C6-6E89-466F-B253-63E583B882DB}">
      <dgm:prSet/>
      <dgm:spPr/>
      <dgm:t>
        <a:bodyPr/>
        <a:lstStyle/>
        <a:p>
          <a:endParaRPr lang="en-US"/>
        </a:p>
      </dgm:t>
    </dgm:pt>
    <dgm:pt modelId="{8EA3BF4B-23A7-43EF-A1C8-7916AE5FB675}" type="sibTrans" cxnId="{8DFB34C6-6E89-466F-B253-63E583B882DB}">
      <dgm:prSet/>
      <dgm:spPr/>
      <dgm:t>
        <a:bodyPr/>
        <a:lstStyle/>
        <a:p>
          <a:endParaRPr lang="en-US"/>
        </a:p>
      </dgm:t>
    </dgm:pt>
    <dgm:pt modelId="{3B9631CF-55B0-4340-B99C-9D3666CD73E6}">
      <dgm:prSet phldrT="[Text]" phldr="0"/>
      <dgm:spPr/>
      <dgm:t>
        <a:bodyPr/>
        <a:lstStyle/>
        <a:p>
          <a:r>
            <a:rPr lang="en-US" b="1" dirty="0" err="1">
              <a:latin typeface="Calibri Light" panose="020F0302020204030204"/>
            </a:rPr>
            <a:t>WebXR</a:t>
          </a:r>
          <a:endParaRPr lang="en-US" b="1" dirty="0"/>
        </a:p>
      </dgm:t>
    </dgm:pt>
    <dgm:pt modelId="{1394A8D6-3824-46CA-8DE3-FD7A18AC821B}" type="parTrans" cxnId="{556F28A5-5ECF-428B-AE16-EBC9BDE84D10}">
      <dgm:prSet/>
      <dgm:spPr/>
      <dgm:t>
        <a:bodyPr/>
        <a:lstStyle/>
        <a:p>
          <a:endParaRPr lang="en-US"/>
        </a:p>
      </dgm:t>
    </dgm:pt>
    <dgm:pt modelId="{36B294B8-E007-44D3-BED4-89CCE7C7DE85}" type="sibTrans" cxnId="{556F28A5-5ECF-428B-AE16-EBC9BDE84D10}">
      <dgm:prSet/>
      <dgm:spPr/>
      <dgm:t>
        <a:bodyPr/>
        <a:lstStyle/>
        <a:p>
          <a:endParaRPr lang="en-US"/>
        </a:p>
      </dgm:t>
    </dgm:pt>
    <dgm:pt modelId="{33339362-B40D-4FAE-A79E-3DD1B29897F0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Three.JS</a:t>
          </a:r>
          <a:endParaRPr lang="en-US" b="1" dirty="0"/>
        </a:p>
      </dgm:t>
    </dgm:pt>
    <dgm:pt modelId="{BC25AEF7-8612-45E4-8927-68836786EAB6}" type="parTrans" cxnId="{FF886688-F5D3-45BC-8A62-9F2808A44BA2}">
      <dgm:prSet/>
      <dgm:spPr/>
      <dgm:t>
        <a:bodyPr/>
        <a:lstStyle/>
        <a:p>
          <a:endParaRPr lang="en-US"/>
        </a:p>
      </dgm:t>
    </dgm:pt>
    <dgm:pt modelId="{527EDECF-FD85-41CD-A224-5B9C33DED16F}" type="sibTrans" cxnId="{FF886688-F5D3-45BC-8A62-9F2808A44BA2}">
      <dgm:prSet/>
      <dgm:spPr/>
      <dgm:t>
        <a:bodyPr/>
        <a:lstStyle/>
        <a:p>
          <a:endParaRPr lang="en-US"/>
        </a:p>
      </dgm:t>
    </dgm:pt>
    <dgm:pt modelId="{7F0F8589-F7DC-4DA6-A766-156840A6DCCD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A-Frame</a:t>
          </a:r>
          <a:endParaRPr lang="en-US" b="1" dirty="0"/>
        </a:p>
      </dgm:t>
    </dgm:pt>
    <dgm:pt modelId="{74EBB3CE-6C5B-4ED5-B287-414F57397ECB}" type="parTrans" cxnId="{FAAA5948-6581-49D2-996D-E205CFBBF934}">
      <dgm:prSet/>
      <dgm:spPr/>
      <dgm:t>
        <a:bodyPr/>
        <a:lstStyle/>
        <a:p>
          <a:endParaRPr lang="en-US"/>
        </a:p>
      </dgm:t>
    </dgm:pt>
    <dgm:pt modelId="{CC4AA759-C864-478C-9F55-7AA0D25C4CC6}" type="sibTrans" cxnId="{FAAA5948-6581-49D2-996D-E205CFBBF934}">
      <dgm:prSet/>
      <dgm:spPr/>
      <dgm:t>
        <a:bodyPr/>
        <a:lstStyle/>
        <a:p>
          <a:endParaRPr lang="en-US"/>
        </a:p>
      </dgm:t>
    </dgm:pt>
    <dgm:pt modelId="{01EE871C-0787-4EF2-AFB8-5C61CCC9DB4D}" type="pres">
      <dgm:prSet presAssocID="{08F953F5-F6A6-4A9E-80F2-AE72588B4608}" presName="cycle" presStyleCnt="0">
        <dgm:presLayoutVars>
          <dgm:dir/>
          <dgm:resizeHandles val="exact"/>
        </dgm:presLayoutVars>
      </dgm:prSet>
      <dgm:spPr/>
    </dgm:pt>
    <dgm:pt modelId="{91BE1569-1244-4E82-9C4C-7A01D8AF6C68}" type="pres">
      <dgm:prSet presAssocID="{BEB091F1-946A-443E-B12C-699C4EC6FFDB}" presName="node" presStyleLbl="node1" presStyleIdx="0" presStyleCnt="5">
        <dgm:presLayoutVars>
          <dgm:bulletEnabled val="1"/>
        </dgm:presLayoutVars>
      </dgm:prSet>
      <dgm:spPr/>
    </dgm:pt>
    <dgm:pt modelId="{09A60342-1D0D-4A91-AC0F-A5A6B6B013EF}" type="pres">
      <dgm:prSet presAssocID="{BEB091F1-946A-443E-B12C-699C4EC6FFDB}" presName="spNode" presStyleCnt="0"/>
      <dgm:spPr/>
    </dgm:pt>
    <dgm:pt modelId="{43CEB3B0-42AF-45E5-9C02-CDCA0AE0DCE9}" type="pres">
      <dgm:prSet presAssocID="{A215A5AD-EFBD-44F3-96BC-D2568C9B9C14}" presName="sibTrans" presStyleLbl="sibTrans1D1" presStyleIdx="0" presStyleCnt="5"/>
      <dgm:spPr/>
    </dgm:pt>
    <dgm:pt modelId="{643F9CAD-F5A0-495D-B67B-7DE03531649F}" type="pres">
      <dgm:prSet presAssocID="{21B9A824-C9CC-46AE-954D-3493D69B19D6}" presName="node" presStyleLbl="node1" presStyleIdx="1" presStyleCnt="5">
        <dgm:presLayoutVars>
          <dgm:bulletEnabled val="1"/>
        </dgm:presLayoutVars>
      </dgm:prSet>
      <dgm:spPr/>
    </dgm:pt>
    <dgm:pt modelId="{5D02AA51-6E13-451F-A1A4-F173D7CAFB30}" type="pres">
      <dgm:prSet presAssocID="{21B9A824-C9CC-46AE-954D-3493D69B19D6}" presName="spNode" presStyleCnt="0"/>
      <dgm:spPr/>
    </dgm:pt>
    <dgm:pt modelId="{A6F209C5-00ED-418B-BF39-9955E23A2EA6}" type="pres">
      <dgm:prSet presAssocID="{8EA3BF4B-23A7-43EF-A1C8-7916AE5FB675}" presName="sibTrans" presStyleLbl="sibTrans1D1" presStyleIdx="1" presStyleCnt="5"/>
      <dgm:spPr/>
    </dgm:pt>
    <dgm:pt modelId="{DC0C1731-2890-41BB-94DF-2A029A74D552}" type="pres">
      <dgm:prSet presAssocID="{3B9631CF-55B0-4340-B99C-9D3666CD73E6}" presName="node" presStyleLbl="node1" presStyleIdx="2" presStyleCnt="5">
        <dgm:presLayoutVars>
          <dgm:bulletEnabled val="1"/>
        </dgm:presLayoutVars>
      </dgm:prSet>
      <dgm:spPr/>
    </dgm:pt>
    <dgm:pt modelId="{C84E7790-1EE4-4E01-850C-6FEF2D432870}" type="pres">
      <dgm:prSet presAssocID="{3B9631CF-55B0-4340-B99C-9D3666CD73E6}" presName="spNode" presStyleCnt="0"/>
      <dgm:spPr/>
    </dgm:pt>
    <dgm:pt modelId="{EF29E1DE-47E0-4645-BFCB-44827CFD9076}" type="pres">
      <dgm:prSet presAssocID="{36B294B8-E007-44D3-BED4-89CCE7C7DE85}" presName="sibTrans" presStyleLbl="sibTrans1D1" presStyleIdx="2" presStyleCnt="5"/>
      <dgm:spPr/>
    </dgm:pt>
    <dgm:pt modelId="{89CA0BB9-50FA-4501-8D5D-26BCD8857534}" type="pres">
      <dgm:prSet presAssocID="{33339362-B40D-4FAE-A79E-3DD1B29897F0}" presName="node" presStyleLbl="node1" presStyleIdx="3" presStyleCnt="5">
        <dgm:presLayoutVars>
          <dgm:bulletEnabled val="1"/>
        </dgm:presLayoutVars>
      </dgm:prSet>
      <dgm:spPr/>
    </dgm:pt>
    <dgm:pt modelId="{5DFA49DD-7639-4543-9CC1-29FB70C7DD5B}" type="pres">
      <dgm:prSet presAssocID="{33339362-B40D-4FAE-A79E-3DD1B29897F0}" presName="spNode" presStyleCnt="0"/>
      <dgm:spPr/>
    </dgm:pt>
    <dgm:pt modelId="{8FCCE14B-9C04-4457-896D-34806A83EDE0}" type="pres">
      <dgm:prSet presAssocID="{527EDECF-FD85-41CD-A224-5B9C33DED16F}" presName="sibTrans" presStyleLbl="sibTrans1D1" presStyleIdx="3" presStyleCnt="5"/>
      <dgm:spPr/>
    </dgm:pt>
    <dgm:pt modelId="{D90DBBFB-9F3F-4C91-B7FE-A3675E44EEDE}" type="pres">
      <dgm:prSet presAssocID="{7F0F8589-F7DC-4DA6-A766-156840A6DCCD}" presName="node" presStyleLbl="node1" presStyleIdx="4" presStyleCnt="5">
        <dgm:presLayoutVars>
          <dgm:bulletEnabled val="1"/>
        </dgm:presLayoutVars>
      </dgm:prSet>
      <dgm:spPr/>
    </dgm:pt>
    <dgm:pt modelId="{743F31CE-268A-4EDD-973C-ECAC021DCCDD}" type="pres">
      <dgm:prSet presAssocID="{7F0F8589-F7DC-4DA6-A766-156840A6DCCD}" presName="spNode" presStyleCnt="0"/>
      <dgm:spPr/>
    </dgm:pt>
    <dgm:pt modelId="{B8BC8071-1E4F-40F1-9EEA-876FA76D3613}" type="pres">
      <dgm:prSet presAssocID="{CC4AA759-C864-478C-9F55-7AA0D25C4CC6}" presName="sibTrans" presStyleLbl="sibTrans1D1" presStyleIdx="4" presStyleCnt="5"/>
      <dgm:spPr/>
    </dgm:pt>
  </dgm:ptLst>
  <dgm:cxnLst>
    <dgm:cxn modelId="{67DE9C62-AB9B-47D5-B7A4-4884FEFE84DB}" type="presOf" srcId="{36B294B8-E007-44D3-BED4-89CCE7C7DE85}" destId="{EF29E1DE-47E0-4645-BFCB-44827CFD9076}" srcOrd="0" destOrd="0" presId="urn:microsoft.com/office/officeart/2005/8/layout/cycle5"/>
    <dgm:cxn modelId="{4109D766-6443-4C60-BE41-12F446C6346A}" type="presOf" srcId="{A215A5AD-EFBD-44F3-96BC-D2568C9B9C14}" destId="{43CEB3B0-42AF-45E5-9C02-CDCA0AE0DCE9}" srcOrd="0" destOrd="0" presId="urn:microsoft.com/office/officeart/2005/8/layout/cycle5"/>
    <dgm:cxn modelId="{D6C75247-7FF6-4213-A648-EB776A605AD4}" type="presOf" srcId="{3B9631CF-55B0-4340-B99C-9D3666CD73E6}" destId="{DC0C1731-2890-41BB-94DF-2A029A74D552}" srcOrd="0" destOrd="0" presId="urn:microsoft.com/office/officeart/2005/8/layout/cycle5"/>
    <dgm:cxn modelId="{FAAA5948-6581-49D2-996D-E205CFBBF934}" srcId="{08F953F5-F6A6-4A9E-80F2-AE72588B4608}" destId="{7F0F8589-F7DC-4DA6-A766-156840A6DCCD}" srcOrd="4" destOrd="0" parTransId="{74EBB3CE-6C5B-4ED5-B287-414F57397ECB}" sibTransId="{CC4AA759-C864-478C-9F55-7AA0D25C4CC6}"/>
    <dgm:cxn modelId="{05C2CD4C-FB91-43F0-96AB-1D1CDF4F6E73}" srcId="{08F953F5-F6A6-4A9E-80F2-AE72588B4608}" destId="{BEB091F1-946A-443E-B12C-699C4EC6FFDB}" srcOrd="0" destOrd="0" parTransId="{DC6555C6-B277-47EF-ABC4-1B77807295E5}" sibTransId="{A215A5AD-EFBD-44F3-96BC-D2568C9B9C14}"/>
    <dgm:cxn modelId="{AF0E3D4F-70DF-459E-B3FE-DF2DCA8D790A}" type="presOf" srcId="{08F953F5-F6A6-4A9E-80F2-AE72588B4608}" destId="{01EE871C-0787-4EF2-AFB8-5C61CCC9DB4D}" srcOrd="0" destOrd="0" presId="urn:microsoft.com/office/officeart/2005/8/layout/cycle5"/>
    <dgm:cxn modelId="{EFFC3750-7CCF-42BE-950C-8DBA361959AF}" type="presOf" srcId="{33339362-B40D-4FAE-A79E-3DD1B29897F0}" destId="{89CA0BB9-50FA-4501-8D5D-26BCD8857534}" srcOrd="0" destOrd="0" presId="urn:microsoft.com/office/officeart/2005/8/layout/cycle5"/>
    <dgm:cxn modelId="{FF886688-F5D3-45BC-8A62-9F2808A44BA2}" srcId="{08F953F5-F6A6-4A9E-80F2-AE72588B4608}" destId="{33339362-B40D-4FAE-A79E-3DD1B29897F0}" srcOrd="3" destOrd="0" parTransId="{BC25AEF7-8612-45E4-8927-68836786EAB6}" sibTransId="{527EDECF-FD85-41CD-A224-5B9C33DED16F}"/>
    <dgm:cxn modelId="{5E360592-9D6C-4052-A1A4-675E903BA864}" type="presOf" srcId="{7F0F8589-F7DC-4DA6-A766-156840A6DCCD}" destId="{D90DBBFB-9F3F-4C91-B7FE-A3675E44EEDE}" srcOrd="0" destOrd="0" presId="urn:microsoft.com/office/officeart/2005/8/layout/cycle5"/>
    <dgm:cxn modelId="{556F28A5-5ECF-428B-AE16-EBC9BDE84D10}" srcId="{08F953F5-F6A6-4A9E-80F2-AE72588B4608}" destId="{3B9631CF-55B0-4340-B99C-9D3666CD73E6}" srcOrd="2" destOrd="0" parTransId="{1394A8D6-3824-46CA-8DE3-FD7A18AC821B}" sibTransId="{36B294B8-E007-44D3-BED4-89CCE7C7DE85}"/>
    <dgm:cxn modelId="{1C547AB3-1624-4682-A1EE-0CA193AFCBA8}" type="presOf" srcId="{BEB091F1-946A-443E-B12C-699C4EC6FFDB}" destId="{91BE1569-1244-4E82-9C4C-7A01D8AF6C68}" srcOrd="0" destOrd="0" presId="urn:microsoft.com/office/officeart/2005/8/layout/cycle5"/>
    <dgm:cxn modelId="{212D48B5-AB8B-44A2-A7D4-54A607DECE96}" type="presOf" srcId="{CC4AA759-C864-478C-9F55-7AA0D25C4CC6}" destId="{B8BC8071-1E4F-40F1-9EEA-876FA76D3613}" srcOrd="0" destOrd="0" presId="urn:microsoft.com/office/officeart/2005/8/layout/cycle5"/>
    <dgm:cxn modelId="{8DFB34C6-6E89-466F-B253-63E583B882DB}" srcId="{08F953F5-F6A6-4A9E-80F2-AE72588B4608}" destId="{21B9A824-C9CC-46AE-954D-3493D69B19D6}" srcOrd="1" destOrd="0" parTransId="{1B8DF83E-1902-457D-ACC5-09F1653DD144}" sibTransId="{8EA3BF4B-23A7-43EF-A1C8-7916AE5FB675}"/>
    <dgm:cxn modelId="{173848D3-EB03-4290-AC61-853F0FA49F19}" type="presOf" srcId="{8EA3BF4B-23A7-43EF-A1C8-7916AE5FB675}" destId="{A6F209C5-00ED-418B-BF39-9955E23A2EA6}" srcOrd="0" destOrd="0" presId="urn:microsoft.com/office/officeart/2005/8/layout/cycle5"/>
    <dgm:cxn modelId="{36308ADA-1B49-4BFD-835E-B88C461DE62B}" type="presOf" srcId="{527EDECF-FD85-41CD-A224-5B9C33DED16F}" destId="{8FCCE14B-9C04-4457-896D-34806A83EDE0}" srcOrd="0" destOrd="0" presId="urn:microsoft.com/office/officeart/2005/8/layout/cycle5"/>
    <dgm:cxn modelId="{549A4FF9-E76B-4F78-BB69-2E4F0DDD0329}" type="presOf" srcId="{21B9A824-C9CC-46AE-954D-3493D69B19D6}" destId="{643F9CAD-F5A0-495D-B67B-7DE03531649F}" srcOrd="0" destOrd="0" presId="urn:microsoft.com/office/officeart/2005/8/layout/cycle5"/>
    <dgm:cxn modelId="{CFD34DC0-13C7-432C-9639-E09F696042FA}" type="presParOf" srcId="{01EE871C-0787-4EF2-AFB8-5C61CCC9DB4D}" destId="{91BE1569-1244-4E82-9C4C-7A01D8AF6C68}" srcOrd="0" destOrd="0" presId="urn:microsoft.com/office/officeart/2005/8/layout/cycle5"/>
    <dgm:cxn modelId="{65E0AC45-DDA5-4D51-BE85-1164769652E8}" type="presParOf" srcId="{01EE871C-0787-4EF2-AFB8-5C61CCC9DB4D}" destId="{09A60342-1D0D-4A91-AC0F-A5A6B6B013EF}" srcOrd="1" destOrd="0" presId="urn:microsoft.com/office/officeart/2005/8/layout/cycle5"/>
    <dgm:cxn modelId="{E3B59E7B-ABF6-47AC-A6D5-4CBFB00E6241}" type="presParOf" srcId="{01EE871C-0787-4EF2-AFB8-5C61CCC9DB4D}" destId="{43CEB3B0-42AF-45E5-9C02-CDCA0AE0DCE9}" srcOrd="2" destOrd="0" presId="urn:microsoft.com/office/officeart/2005/8/layout/cycle5"/>
    <dgm:cxn modelId="{1DCB5DBF-58E5-47B0-B847-DB24FB4333EC}" type="presParOf" srcId="{01EE871C-0787-4EF2-AFB8-5C61CCC9DB4D}" destId="{643F9CAD-F5A0-495D-B67B-7DE03531649F}" srcOrd="3" destOrd="0" presId="urn:microsoft.com/office/officeart/2005/8/layout/cycle5"/>
    <dgm:cxn modelId="{57E69D9C-8AFC-4B1B-BC25-C4B940799420}" type="presParOf" srcId="{01EE871C-0787-4EF2-AFB8-5C61CCC9DB4D}" destId="{5D02AA51-6E13-451F-A1A4-F173D7CAFB30}" srcOrd="4" destOrd="0" presId="urn:microsoft.com/office/officeart/2005/8/layout/cycle5"/>
    <dgm:cxn modelId="{DD93F31B-9450-49E3-B258-3B450FABFE07}" type="presParOf" srcId="{01EE871C-0787-4EF2-AFB8-5C61CCC9DB4D}" destId="{A6F209C5-00ED-418B-BF39-9955E23A2EA6}" srcOrd="5" destOrd="0" presId="urn:microsoft.com/office/officeart/2005/8/layout/cycle5"/>
    <dgm:cxn modelId="{58B8FE82-8F95-4D95-9481-6A192E4E2239}" type="presParOf" srcId="{01EE871C-0787-4EF2-AFB8-5C61CCC9DB4D}" destId="{DC0C1731-2890-41BB-94DF-2A029A74D552}" srcOrd="6" destOrd="0" presId="urn:microsoft.com/office/officeart/2005/8/layout/cycle5"/>
    <dgm:cxn modelId="{A20DEB06-EFE1-42D7-A403-4D266FF56B83}" type="presParOf" srcId="{01EE871C-0787-4EF2-AFB8-5C61CCC9DB4D}" destId="{C84E7790-1EE4-4E01-850C-6FEF2D432870}" srcOrd="7" destOrd="0" presId="urn:microsoft.com/office/officeart/2005/8/layout/cycle5"/>
    <dgm:cxn modelId="{E1DA9AB0-7E13-4A81-8A63-9655A25545EA}" type="presParOf" srcId="{01EE871C-0787-4EF2-AFB8-5C61CCC9DB4D}" destId="{EF29E1DE-47E0-4645-BFCB-44827CFD9076}" srcOrd="8" destOrd="0" presId="urn:microsoft.com/office/officeart/2005/8/layout/cycle5"/>
    <dgm:cxn modelId="{A8E38D95-9A9A-47EC-BFBD-094F2ACA4F85}" type="presParOf" srcId="{01EE871C-0787-4EF2-AFB8-5C61CCC9DB4D}" destId="{89CA0BB9-50FA-4501-8D5D-26BCD8857534}" srcOrd="9" destOrd="0" presId="urn:microsoft.com/office/officeart/2005/8/layout/cycle5"/>
    <dgm:cxn modelId="{AFD5FA5F-0FB9-4C51-A469-C4B40D54E4B1}" type="presParOf" srcId="{01EE871C-0787-4EF2-AFB8-5C61CCC9DB4D}" destId="{5DFA49DD-7639-4543-9CC1-29FB70C7DD5B}" srcOrd="10" destOrd="0" presId="urn:microsoft.com/office/officeart/2005/8/layout/cycle5"/>
    <dgm:cxn modelId="{C92F6F3E-7AC2-4D24-9A18-D820DC96FE04}" type="presParOf" srcId="{01EE871C-0787-4EF2-AFB8-5C61CCC9DB4D}" destId="{8FCCE14B-9C04-4457-896D-34806A83EDE0}" srcOrd="11" destOrd="0" presId="urn:microsoft.com/office/officeart/2005/8/layout/cycle5"/>
    <dgm:cxn modelId="{7F2B919B-7C0C-4A6B-AAFD-C40346347AEA}" type="presParOf" srcId="{01EE871C-0787-4EF2-AFB8-5C61CCC9DB4D}" destId="{D90DBBFB-9F3F-4C91-B7FE-A3675E44EEDE}" srcOrd="12" destOrd="0" presId="urn:microsoft.com/office/officeart/2005/8/layout/cycle5"/>
    <dgm:cxn modelId="{5AFCAE35-2C9C-4B18-952B-D8C3BA3D8509}" type="presParOf" srcId="{01EE871C-0787-4EF2-AFB8-5C61CCC9DB4D}" destId="{743F31CE-268A-4EDD-973C-ECAC021DCCDD}" srcOrd="13" destOrd="0" presId="urn:microsoft.com/office/officeart/2005/8/layout/cycle5"/>
    <dgm:cxn modelId="{1D063FB2-5304-48A2-9AF7-ED1FBA5C5D66}" type="presParOf" srcId="{01EE871C-0787-4EF2-AFB8-5C61CCC9DB4D}" destId="{B8BC8071-1E4F-40F1-9EEA-876FA76D3613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BE1569-1244-4E82-9C4C-7A01D8AF6C68}">
      <dsp:nvSpPr>
        <dsp:cNvPr id="0" name=""/>
        <dsp:cNvSpPr/>
      </dsp:nvSpPr>
      <dsp:spPr>
        <a:xfrm>
          <a:off x="2343848" y="2498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Calibri Light" panose="020F0302020204030204"/>
            </a:rPr>
            <a:t>Web components</a:t>
          </a:r>
          <a:endParaRPr lang="en-US" sz="2000" kern="1200"/>
        </a:p>
      </dsp:txBody>
      <dsp:txXfrm>
        <a:off x="2393171" y="51821"/>
        <a:ext cx="1455792" cy="911738"/>
      </dsp:txXfrm>
    </dsp:sp>
    <dsp:sp modelId="{43CEB3B0-42AF-45E5-9C02-CDCA0AE0DCE9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3003322" y="256892"/>
              </a:moveTo>
              <a:arcTo wR="2018014" hR="2018014" stAng="17953563" swAng="1211337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3F9CAD-F5A0-495D-B67B-7DE03531649F}">
      <dsp:nvSpPr>
        <dsp:cNvPr id="0" name=""/>
        <dsp:cNvSpPr/>
      </dsp:nvSpPr>
      <dsp:spPr>
        <a:xfrm>
          <a:off x="4263094" y="1396911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OpenGL</a:t>
          </a:r>
          <a:endParaRPr lang="en-US" sz="2000" b="1" kern="1200" dirty="0"/>
        </a:p>
      </dsp:txBody>
      <dsp:txXfrm>
        <a:off x="4312417" y="1446234"/>
        <a:ext cx="1455792" cy="911738"/>
      </dsp:txXfrm>
    </dsp:sp>
    <dsp:sp modelId="{A6F209C5-00ED-418B-BF39-9955E23A2EA6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4031184" y="2157746"/>
              </a:moveTo>
              <a:arcTo wR="2018014" hR="2018014" stAng="21838229" swAng="1359570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C1731-2890-41BB-94DF-2A029A74D552}">
      <dsp:nvSpPr>
        <dsp:cNvPr id="0" name=""/>
        <dsp:cNvSpPr/>
      </dsp:nvSpPr>
      <dsp:spPr>
        <a:xfrm>
          <a:off x="3530007" y="3653120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latin typeface="Calibri Light" panose="020F0302020204030204"/>
            </a:rPr>
            <a:t>WebXR</a:t>
          </a:r>
          <a:endParaRPr lang="en-US" sz="2000" b="1" kern="1200" dirty="0"/>
        </a:p>
      </dsp:txBody>
      <dsp:txXfrm>
        <a:off x="3579330" y="3702443"/>
        <a:ext cx="1455792" cy="911738"/>
      </dsp:txXfrm>
    </dsp:sp>
    <dsp:sp modelId="{EF29E1DE-47E0-4645-BFCB-44827CFD9076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2265604" y="4020782"/>
              </a:moveTo>
              <a:arcTo wR="2018014" hR="2018014" stAng="4977157" swAng="845686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CA0BB9-50FA-4501-8D5D-26BCD8857534}">
      <dsp:nvSpPr>
        <dsp:cNvPr id="0" name=""/>
        <dsp:cNvSpPr/>
      </dsp:nvSpPr>
      <dsp:spPr>
        <a:xfrm>
          <a:off x="1157690" y="3653120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Three.JS</a:t>
          </a:r>
          <a:endParaRPr lang="en-US" sz="2000" b="1" kern="1200" dirty="0"/>
        </a:p>
      </dsp:txBody>
      <dsp:txXfrm>
        <a:off x="1207013" y="3702443"/>
        <a:ext cx="1455792" cy="911738"/>
      </dsp:txXfrm>
    </dsp:sp>
    <dsp:sp modelId="{8FCCE14B-9C04-4457-896D-34806A83EDE0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214071" y="2922542"/>
              </a:moveTo>
              <a:arcTo wR="2018014" hR="2018014" stAng="9202201" swAng="1359570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0DBBFB-9F3F-4C91-B7FE-A3675E44EEDE}">
      <dsp:nvSpPr>
        <dsp:cNvPr id="0" name=""/>
        <dsp:cNvSpPr/>
      </dsp:nvSpPr>
      <dsp:spPr>
        <a:xfrm>
          <a:off x="424603" y="1396911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A-Frame</a:t>
          </a:r>
          <a:endParaRPr lang="en-US" sz="2000" b="1" kern="1200" dirty="0"/>
        </a:p>
      </dsp:txBody>
      <dsp:txXfrm>
        <a:off x="473926" y="1446234"/>
        <a:ext cx="1455792" cy="911738"/>
      </dsp:txXfrm>
    </dsp:sp>
    <dsp:sp modelId="{B8BC8071-1E4F-40F1-9EEA-876FA76D3613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485450" y="705143"/>
              </a:moveTo>
              <a:arcTo wR="2018014" hR="2018014" stAng="13235101" swAng="1211337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rive.google.com/file/d/1RH3zMoQarcEkNVQWN6JqE1ojbNTZ06NU/view?usp=drive_link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certain-crimson-mosquit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Introduction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F71E3-E69E-435D-7B1B-207FBC952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select demo – how you can do …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A33C3-76E0-66B5-AC60-6763DB8A1017}"/>
              </a:ext>
            </a:extLst>
          </p:cNvPr>
          <p:cNvSpPr/>
          <p:nvPr/>
        </p:nvSpPr>
        <p:spPr>
          <a:xfrm>
            <a:off x="3647550" y="4618445"/>
            <a:ext cx="5712489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Basic-Mars-Landing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EEE88-7DBD-3B16-1AA0-B23E0B83B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30" y="1887134"/>
            <a:ext cx="2473296" cy="24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8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15F8F-634B-28D7-DFC4-900A998CF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3D image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57D5E6-C7FF-28F0-0B49-B33441BB6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250" y="2185264"/>
            <a:ext cx="8164199" cy="409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93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Overview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No installations needed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Github</a:t>
            </a:r>
            <a:r>
              <a:rPr lang="en-US" dirty="0">
                <a:ea typeface="Calibri" panose="020F0502020204030204"/>
                <a:cs typeface="Calibri" panose="020F0502020204030204"/>
              </a:rPr>
              <a:t> pages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Our first VR/AR examples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Graphic 3" descr="3d Glasses outline">
            <a:extLst>
              <a:ext uri="{FF2B5EF4-FFF2-40B4-BE49-F238E27FC236}">
                <a16:creationId xmlns:a16="http://schemas.microsoft.com/office/drawing/2014/main" id="{085A9468-38B3-9468-A40F-937532CD8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38799" y="1974273"/>
            <a:ext cx="1911927" cy="191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B22F-33D9-FABC-03CC-D0FC7B86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/>
                <a:cs typeface="Calibri"/>
              </a:rPr>
              <a:t>High level view and learning path</a:t>
            </a:r>
          </a:p>
        </p:txBody>
      </p:sp>
      <p:graphicFrame>
        <p:nvGraphicFramePr>
          <p:cNvPr id="11" name="Diagram 11">
            <a:extLst>
              <a:ext uri="{FF2B5EF4-FFF2-40B4-BE49-F238E27FC236}">
                <a16:creationId xmlns:a16="http://schemas.microsoft.com/office/drawing/2014/main" id="{8FE5CD79-50DD-1046-46FD-D03B1A4630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1873905"/>
              </p:ext>
            </p:extLst>
          </p:nvPr>
        </p:nvGraphicFramePr>
        <p:xfrm>
          <a:off x="2715408" y="1647825"/>
          <a:ext cx="6242136" cy="4732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31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59AD5-82D0-425A-D777-12B4E175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A-frame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1177D-18F7-273E-AC55-D14E82B26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3D virtual reality system built by Mozilla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A-frame</a:t>
            </a:r>
            <a:r>
              <a:rPr lang="en-US" dirty="0"/>
              <a:t> is a component system built on </a:t>
            </a:r>
            <a:r>
              <a:rPr lang="en-US" b="1" dirty="0"/>
              <a:t>Three.js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/>
              <a:t>Three.js </a:t>
            </a:r>
            <a:r>
              <a:rPr lang="en-US" dirty="0"/>
              <a:t>is built on </a:t>
            </a:r>
            <a:r>
              <a:rPr lang="en-US" b="1" dirty="0" err="1"/>
              <a:t>WebXL</a:t>
            </a:r>
            <a:r>
              <a:rPr lang="en-US" dirty="0"/>
              <a:t> which is built on </a:t>
            </a:r>
            <a:r>
              <a:rPr lang="en-US" b="1" dirty="0"/>
              <a:t>WebGL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A-frame</a:t>
            </a:r>
            <a:r>
              <a:rPr lang="en-US" dirty="0"/>
              <a:t> is HTML that uses web-components</a:t>
            </a:r>
          </a:p>
          <a:p>
            <a:pPr marL="0" indent="0">
              <a:buNone/>
            </a:pPr>
            <a:r>
              <a:rPr lang="en-US" dirty="0"/>
              <a:t>     	Declarative – tell it what you want to see, </a:t>
            </a:r>
          </a:p>
          <a:p>
            <a:pPr marL="0" indent="0">
              <a:buNone/>
            </a:pPr>
            <a:r>
              <a:rPr lang="en-US" dirty="0"/>
              <a:t>	it figures out how to do it</a:t>
            </a:r>
          </a:p>
        </p:txBody>
      </p:sp>
    </p:spTree>
    <p:extLst>
      <p:ext uri="{BB962C8B-B14F-4D97-AF65-F5344CB8AC3E}">
        <p14:creationId xmlns:p14="http://schemas.microsoft.com/office/powerpoint/2010/main" val="1753319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5F90D-B0A1-093B-73C3-7B081A832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installation 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20A72-A351-BB3D-7B87-E5A61117B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Easy</a:t>
            </a:r>
          </a:p>
          <a:p>
            <a:pPr marL="0" indent="0">
              <a:buNone/>
            </a:pPr>
            <a:r>
              <a:rPr lang="en-US" dirty="0"/>
              <a:t>	Only Python3 installed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Go to </a:t>
            </a:r>
            <a:r>
              <a:rPr lang="en-US" b="1" dirty="0">
                <a:solidFill>
                  <a:srgbClr val="0070C0"/>
                </a:solidFill>
              </a:rPr>
              <a:t>wonder-phil.github.io </a:t>
            </a:r>
            <a:r>
              <a:rPr lang="en-US" dirty="0"/>
              <a:t>or YOUR_USER. github.io  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Clone </a:t>
            </a:r>
            <a:r>
              <a:rPr lang="en-US" dirty="0">
                <a:hlinkClick r:id="rId2"/>
              </a:rPr>
              <a:t>https://github.com/wonder-phil/wonder-phil.github.io.git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60903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Overview: </a:t>
            </a:r>
            <a:r>
              <a:rPr lang="en-US" b="1" dirty="0">
                <a:solidFill>
                  <a:srgbClr val="0070C0"/>
                </a:solidFill>
              </a:rPr>
              <a:t>wonder-phil.github.io </a:t>
            </a:r>
            <a:endParaRPr lang="en-US" b="1" dirty="0">
              <a:solidFill>
                <a:srgbClr val="0070C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Rectangle: Beveled 3">
            <a:extLst>
              <a:ext uri="{FF2B5EF4-FFF2-40B4-BE49-F238E27FC236}">
                <a16:creationId xmlns:a16="http://schemas.microsoft.com/office/drawing/2014/main" id="{8053FF83-4EB4-24C1-9884-BC9DB5B3C999}"/>
              </a:ext>
            </a:extLst>
          </p:cNvPr>
          <p:cNvSpPr/>
          <p:nvPr/>
        </p:nvSpPr>
        <p:spPr>
          <a:xfrm>
            <a:off x="746282" y="1480780"/>
            <a:ext cx="3313162" cy="4622574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phone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6BB3B8F0-269C-E8B3-5C1D-FED9F6A6E1C3}"/>
              </a:ext>
            </a:extLst>
          </p:cNvPr>
          <p:cNvSpPr/>
          <p:nvPr/>
        </p:nvSpPr>
        <p:spPr>
          <a:xfrm>
            <a:off x="4690913" y="2749990"/>
            <a:ext cx="6048161" cy="1772806"/>
          </a:xfrm>
          <a:prstGeom prst="cub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https://github.com/wonder-phil/wonder-phil.github.io </a:t>
            </a:r>
          </a:p>
          <a:p>
            <a:pPr algn="ctr"/>
            <a:r>
              <a:rPr lang="en-US" dirty="0"/>
              <a:t>wonder-phil.github.io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E0A11F-A6E0-AF57-F38B-DD54A898EA43}"/>
              </a:ext>
            </a:extLst>
          </p:cNvPr>
          <p:cNvSpPr/>
          <p:nvPr/>
        </p:nvSpPr>
        <p:spPr>
          <a:xfrm>
            <a:off x="4533642" y="2071467"/>
            <a:ext cx="6556991" cy="45278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3797C-5E64-3F38-6389-0EACA7DCCBF6}"/>
              </a:ext>
            </a:extLst>
          </p:cNvPr>
          <p:cNvSpPr txBox="1"/>
          <p:nvPr/>
        </p:nvSpPr>
        <p:spPr>
          <a:xfrm>
            <a:off x="6611748" y="1480779"/>
            <a:ext cx="17020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Computer</a:t>
            </a:r>
            <a:r>
              <a:rPr lang="en-US" dirty="0"/>
              <a:t> </a:t>
            </a:r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02005A3F-3669-6F76-78A1-918F0DB9583D}"/>
              </a:ext>
            </a:extLst>
          </p:cNvPr>
          <p:cNvSpPr/>
          <p:nvPr/>
        </p:nvSpPr>
        <p:spPr>
          <a:xfrm>
            <a:off x="1059658" y="4074936"/>
            <a:ext cx="2592392" cy="1271636"/>
          </a:xfrm>
          <a:prstGeom prst="cub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wonder-phil.github.io pages</a:t>
            </a: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2793432D-ECEA-F343-8961-D7A55ED5C62B}"/>
              </a:ext>
            </a:extLst>
          </p:cNvPr>
          <p:cNvSpPr/>
          <p:nvPr/>
        </p:nvSpPr>
        <p:spPr>
          <a:xfrm>
            <a:off x="4690913" y="4649999"/>
            <a:ext cx="6048161" cy="1772806"/>
          </a:xfrm>
          <a:prstGeom prst="cub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wonder-phil.github.io</a:t>
            </a:r>
          </a:p>
        </p:txBody>
      </p:sp>
      <p:sp>
        <p:nvSpPr>
          <p:cNvPr id="13" name="Half Frame 12">
            <a:extLst>
              <a:ext uri="{FF2B5EF4-FFF2-40B4-BE49-F238E27FC236}">
                <a16:creationId xmlns:a16="http://schemas.microsoft.com/office/drawing/2014/main" id="{49F9F893-6F82-B6E8-22FB-518363B30C4A}"/>
              </a:ext>
            </a:extLst>
          </p:cNvPr>
          <p:cNvSpPr/>
          <p:nvPr/>
        </p:nvSpPr>
        <p:spPr>
          <a:xfrm>
            <a:off x="4690913" y="3193928"/>
            <a:ext cx="627369" cy="828612"/>
          </a:xfrm>
          <a:prstGeom prst="halfFram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BF873AFC-693D-89C5-B5F8-0034581689F4}"/>
              </a:ext>
            </a:extLst>
          </p:cNvPr>
          <p:cNvSpPr/>
          <p:nvPr/>
        </p:nvSpPr>
        <p:spPr>
          <a:xfrm>
            <a:off x="4690913" y="5093119"/>
            <a:ext cx="627369" cy="828612"/>
          </a:xfrm>
          <a:prstGeom prst="halfFram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233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B405-F00D-3006-4120-5269BB0CA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Laptop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35EF0-64B4-EE94-342F-9439BB7F9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https://github.com/wonder-phil/wonder-phil.github.io.git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cd </a:t>
            </a:r>
            <a:r>
              <a:rPr lang="en-US" b="1" dirty="0">
                <a:solidFill>
                  <a:srgbClr val="0070C0"/>
                </a:solidFill>
              </a:rPr>
              <a:t>wonder-phil.github.io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Terminal&gt; code .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Terminal&gt; python3 –m </a:t>
            </a:r>
            <a:r>
              <a:rPr lang="en-US" b="1" dirty="0" err="1">
                <a:solidFill>
                  <a:srgbClr val="0070C0"/>
                </a:solidFill>
              </a:rPr>
              <a:t>http.server</a:t>
            </a: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In a browser go to </a:t>
            </a:r>
            <a:r>
              <a:rPr lang="en-US" b="1" dirty="0">
                <a:solidFill>
                  <a:srgbClr val="0070C0"/>
                </a:solidFill>
              </a:rPr>
              <a:t>http://localhost:8000/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459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Basic 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4C0A5-CBB2-9A5D-2B3F-8C8C01B34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&lt;html&gt;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&lt;head&gt;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&lt;/head&gt;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&lt;body&gt;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&lt;/body&gt;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225151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index.html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and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not-index.html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4C0A5-CBB2-9A5D-2B3F-8C8C01B34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4778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&lt;html&gt;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&lt;head&gt;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&lt;meta charset="utf-8"&gt;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&lt;title&gt;Hello A-Frame Example&lt;/title&gt;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  &lt;script </a:t>
            </a:r>
            <a:r>
              <a:rPr lang="en-US" sz="1400" dirty="0" err="1"/>
              <a:t>src</a:t>
            </a:r>
            <a:r>
              <a:rPr lang="en-US" sz="1400" dirty="0"/>
              <a:t>="https://aframe.io/releases/1.7.1/aframe.min.js"&gt;&lt;/script&gt;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&lt;/head&gt;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/>
              <a:t>    &lt;a-scene&gt;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&lt;a-sky color="#0000EE"&gt;&lt;/a-sky&gt;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&lt;a-text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font="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kelsonsans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color = "#FFFFFF"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value="HELLO A-Frame!!!"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width="6"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position="0 -1 -5"		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&gt;&lt;/a-text&gt;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1400" b="1" dirty="0"/>
              <a:t>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&lt;/body&gt;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&lt;/html&gt;</a:t>
            </a:r>
            <a:endParaRPr lang="en-US" sz="10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C7D29A-26DF-A479-C885-AFD47DBB5CB9}"/>
              </a:ext>
            </a:extLst>
          </p:cNvPr>
          <p:cNvSpPr txBox="1">
            <a:spLocks/>
          </p:cNvSpPr>
          <p:nvPr/>
        </p:nvSpPr>
        <p:spPr>
          <a:xfrm>
            <a:off x="6884653" y="1509890"/>
            <a:ext cx="4166739" cy="45751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&lt;a-scene&gt;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&lt;a-sky color="#0000EE"&gt;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&lt;/a-sky&gt;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&lt;a-text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font="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</a:rPr>
              <a:t>kelsonsans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color = "#FFFFFF"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value="HELLO A-Frame!!!"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width="6"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position="0 -1 -5"		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&gt;&lt;/a-text&gt;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b="1" dirty="0"/>
              <a:t>  &lt;/a-scene&gt;</a:t>
            </a:r>
            <a:endParaRPr 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933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8401C-B13A-3067-2D9A-7E792063C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VR glasses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04E11-66DE-8BDC-88EA-C33C1C1B6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825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your phone go to your </a:t>
            </a:r>
            <a:r>
              <a:rPr lang="en-US" dirty="0" err="1"/>
              <a:t>github</a:t>
            </a:r>
            <a:r>
              <a:rPr lang="en-US" dirty="0"/>
              <a:t> pages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>
                <a:solidFill>
                  <a:srgbClr val="0070C0"/>
                </a:solidFill>
              </a:rPr>
              <a:t> wonder-phil.github.io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Use VR glasses to view the project on your phone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3904384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78327-9E79-4968-CF2F-42D4EDDC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simple-sky.html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F2AA7-6029-F3E6-D542-DA616F1E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70C0"/>
                </a:solidFill>
              </a:rPr>
              <a:t>&lt;a-sky color="#0105EF"&gt;       </a:t>
            </a:r>
            <a:r>
              <a:rPr lang="en-US" dirty="0">
                <a:solidFill>
                  <a:srgbClr val="FF0000"/>
                </a:solidFill>
              </a:rPr>
              <a:t>Select a color at </a:t>
            </a:r>
            <a:r>
              <a:rPr lang="en-US" dirty="0">
                <a:solidFill>
                  <a:srgbClr val="FF0000"/>
                </a:solidFill>
                <a:ea typeface="Calibri" panose="020F0502020204030204"/>
                <a:cs typeface="Calibri" panose="020F0502020204030204"/>
              </a:rPr>
              <a:t>https://www.w3schools.com/colors/colors_picker.asp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      &lt;/a-sky&gt;</a:t>
            </a:r>
          </a:p>
          <a:p>
            <a:pPr marL="0" indent="0">
              <a:buNone/>
            </a:pPr>
            <a:r>
              <a:rPr lang="en-US" dirty="0"/>
              <a:t>	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&lt;a-text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font="</a:t>
            </a:r>
            <a:r>
              <a:rPr lang="en-US" dirty="0" err="1">
                <a:solidFill>
                  <a:srgbClr val="7030A0"/>
                </a:solidFill>
              </a:rPr>
              <a:t>kelsonsans</a:t>
            </a:r>
            <a:r>
              <a:rPr lang="en-US" dirty="0">
                <a:solidFill>
                  <a:srgbClr val="7030A0"/>
                </a:solidFill>
              </a:rPr>
              <a:t>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color = "#FFFFFF"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value="HELLO A-Frame!!!"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width="6"</a:t>
            </a:r>
          </a:p>
          <a:p>
            <a:r>
              <a:rPr lang="en-US" dirty="0">
                <a:solidFill>
                  <a:srgbClr val="7030A0"/>
                </a:solidFill>
              </a:rPr>
              <a:t>   position="0  -1  -5"    </a:t>
            </a:r>
            <a:r>
              <a:rPr lang="en-US" dirty="0">
                <a:solidFill>
                  <a:srgbClr val="FF0000"/>
                </a:solidFill>
              </a:rPr>
              <a:t>Note: </a:t>
            </a:r>
            <a:r>
              <a:rPr lang="en-US" b="1" dirty="0">
                <a:solidFill>
                  <a:srgbClr val="FF0000"/>
                </a:solidFill>
              </a:rPr>
              <a:t>x-horizontal,   y-vertical, and   z-depth*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&gt;&lt;/a-text&gt;</a:t>
            </a:r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 &lt;/a-scene&gt;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*this translates to 1 meter below the origin and 5 meters into the page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32BEE44-61EA-BB18-0636-C362A14BA268}"/>
              </a:ext>
            </a:extLst>
          </p:cNvPr>
          <p:cNvCxnSpPr/>
          <p:nvPr/>
        </p:nvCxnSpPr>
        <p:spPr>
          <a:xfrm>
            <a:off x="6774662" y="4207045"/>
            <a:ext cx="5235677" cy="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02AE7D-1C7C-B976-5529-E503C23E761C}"/>
              </a:ext>
            </a:extLst>
          </p:cNvPr>
          <p:cNvCxnSpPr>
            <a:cxnSpLocks/>
          </p:cNvCxnSpPr>
          <p:nvPr/>
        </p:nvCxnSpPr>
        <p:spPr>
          <a:xfrm flipV="1">
            <a:off x="9109823" y="1419599"/>
            <a:ext cx="0" cy="4645742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520747-54A6-0832-245F-EDFAFBE14417}"/>
                  </a:ext>
                </a:extLst>
              </p:cNvPr>
              <p:cNvSpPr txBox="1"/>
              <p:nvPr/>
            </p:nvSpPr>
            <p:spPr>
              <a:xfrm>
                <a:off x="6774662" y="4207045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520747-54A6-0832-245F-EDFAFBE14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4662" y="4207045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44880-EFD9-55AA-221B-A82793B0A636}"/>
                  </a:ext>
                </a:extLst>
              </p:cNvPr>
              <p:cNvSpPr txBox="1"/>
              <p:nvPr/>
            </p:nvSpPr>
            <p:spPr>
              <a:xfrm>
                <a:off x="9210783" y="1237410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44880-EFD9-55AA-221B-A82793B0A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783" y="1237410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60DF01-9DD4-9D6E-D391-433EB8F973C7}"/>
              </a:ext>
            </a:extLst>
          </p:cNvPr>
          <p:cNvCxnSpPr>
            <a:cxnSpLocks/>
          </p:cNvCxnSpPr>
          <p:nvPr/>
        </p:nvCxnSpPr>
        <p:spPr>
          <a:xfrm flipV="1">
            <a:off x="7571074" y="4207045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064A6F-14E6-6DE5-32A4-0159493D0A70}"/>
              </a:ext>
            </a:extLst>
          </p:cNvPr>
          <p:cNvCxnSpPr>
            <a:cxnSpLocks/>
          </p:cNvCxnSpPr>
          <p:nvPr/>
        </p:nvCxnSpPr>
        <p:spPr>
          <a:xfrm flipV="1">
            <a:off x="9115736" y="2824894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58D139-6ECC-26DF-D332-040DA32D274F}"/>
                  </a:ext>
                </a:extLst>
              </p:cNvPr>
              <p:cNvSpPr txBox="1"/>
              <p:nvPr/>
            </p:nvSpPr>
            <p:spPr>
              <a:xfrm>
                <a:off x="11547996" y="2448524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58D139-6ECC-26DF-D332-040DA32D2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7996" y="2448524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220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78327-9E79-4968-CF2F-42D4EDDC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simple-sky.html: basic color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F2AA7-6029-F3E6-D542-DA616F1E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70C0"/>
                </a:solidFill>
              </a:rPr>
              <a:t>&lt;a-sky color="#0105EF"&gt;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      &lt;/a-sky&gt;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&lt;a-text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font="</a:t>
            </a:r>
            <a:r>
              <a:rPr lang="en-US" dirty="0" err="1">
                <a:solidFill>
                  <a:srgbClr val="7030A0"/>
                </a:solidFill>
              </a:rPr>
              <a:t>kelsonsans</a:t>
            </a:r>
            <a:r>
              <a:rPr lang="en-US" dirty="0">
                <a:solidFill>
                  <a:srgbClr val="7030A0"/>
                </a:solidFill>
              </a:rPr>
              <a:t>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color = "#FFFFFF"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value="HELLO A-Frame!!!"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width="6"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position="0   -1   -5"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&gt;&lt;/a-text&gt;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 &lt;/a-scene&gt;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004B-CD92-D5DC-1944-9552690F9AD6}"/>
              </a:ext>
            </a:extLst>
          </p:cNvPr>
          <p:cNvSpPr txBox="1"/>
          <p:nvPr/>
        </p:nvSpPr>
        <p:spPr>
          <a:xfrm>
            <a:off x="5308981" y="3013501"/>
            <a:ext cx="524412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Replace the current index.html on glitch </a:t>
            </a:r>
          </a:p>
          <a:p>
            <a:r>
              <a:rPr lang="en-US" sz="2400" dirty="0"/>
              <a:t>with not-index.html</a:t>
            </a:r>
          </a:p>
          <a:p>
            <a:r>
              <a:rPr lang="en-US" sz="2400" dirty="0"/>
              <a:t>Simple-sky.html</a:t>
            </a:r>
          </a:p>
          <a:p>
            <a:endParaRPr lang="en-US" sz="2400" dirty="0"/>
          </a:p>
          <a:p>
            <a:r>
              <a:rPr lang="en-US" sz="2400" dirty="0">
                <a:sym typeface="Wingdings" panose="05000000000000000000" pitchFamily="2" charset="2"/>
              </a:rPr>
              <a:t> </a:t>
            </a:r>
            <a:r>
              <a:rPr lang="en-US" sz="2400" dirty="0"/>
              <a:t>a-scene now looks like this</a:t>
            </a:r>
          </a:p>
        </p:txBody>
      </p:sp>
    </p:spTree>
    <p:extLst>
      <p:ext uri="{BB962C8B-B14F-4D97-AF65-F5344CB8AC3E}">
        <p14:creationId xmlns:p14="http://schemas.microsoft.com/office/powerpoint/2010/main" val="401223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0626-CD49-7D93-86DB-1811FB585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simple-sky.html: changing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70610-1A5A-5971-6517-6340E3BB7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 </a:t>
            </a:r>
            <a:r>
              <a:rPr lang="en-US" sz="4800" dirty="0"/>
              <a:t>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const </a:t>
            </a:r>
            <a:r>
              <a:rPr lang="en-US" sz="4800" dirty="0" err="1"/>
              <a:t>src</a:t>
            </a:r>
            <a:r>
              <a:rPr lang="en-US" sz="4800" dirty="0"/>
              <a:t> = 'http://localhost:8000/p01/IMAGES/heic2007a.jpg’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const </a:t>
            </a:r>
            <a:r>
              <a:rPr lang="en-US" sz="4800" dirty="0" err="1"/>
              <a:t>img</a:t>
            </a:r>
            <a:r>
              <a:rPr lang="en-US" sz="4800" dirty="0"/>
              <a:t> = </a:t>
            </a:r>
            <a:r>
              <a:rPr lang="en-US" sz="4800" dirty="0" err="1"/>
              <a:t>document.getElementById</a:t>
            </a:r>
            <a:r>
              <a:rPr lang="en-US" sz="4800" dirty="0"/>
              <a:t>('</a:t>
            </a:r>
            <a:r>
              <a:rPr lang="en-US" sz="4800" b="1" dirty="0">
                <a:solidFill>
                  <a:srgbClr val="FF0000"/>
                </a:solidFill>
              </a:rPr>
              <a:t>nebula</a:t>
            </a:r>
            <a:r>
              <a:rPr lang="en-US" sz="4800" dirty="0"/>
              <a:t>');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</a:t>
            </a:r>
            <a:r>
              <a:rPr lang="en-US" sz="4800" dirty="0" err="1"/>
              <a:t>img.setAttribute</a:t>
            </a:r>
            <a:r>
              <a:rPr lang="en-US" sz="4800" dirty="0"/>
              <a:t>('</a:t>
            </a:r>
            <a:r>
              <a:rPr lang="en-US" sz="4800" dirty="0" err="1"/>
              <a:t>src</a:t>
            </a:r>
            <a:r>
              <a:rPr lang="en-US" sz="4800" dirty="0"/>
              <a:t>', </a:t>
            </a:r>
            <a:r>
              <a:rPr lang="en-US" sz="4800" dirty="0" err="1"/>
              <a:t>src</a:t>
            </a:r>
            <a:r>
              <a:rPr lang="en-US" sz="4800" dirty="0"/>
              <a:t>);        // set it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</a:t>
            </a:r>
            <a:r>
              <a:rPr lang="en-US" sz="4800" dirty="0" err="1"/>
              <a:t>document.querySelector</a:t>
            </a:r>
            <a:r>
              <a:rPr lang="en-US" sz="4800" dirty="0"/>
              <a:t>('a-assets').</a:t>
            </a:r>
            <a:r>
              <a:rPr lang="en-US" sz="4800" dirty="0" err="1"/>
              <a:t>addEventListener</a:t>
            </a:r>
            <a:r>
              <a:rPr lang="en-US" sz="4800" dirty="0"/>
              <a:t>('loaded', () =&gt;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	</a:t>
            </a:r>
            <a:r>
              <a:rPr lang="en-US" sz="4800" dirty="0" err="1"/>
              <a:t>document.getElementById</a:t>
            </a:r>
            <a:r>
              <a:rPr lang="en-US" sz="4800" dirty="0"/>
              <a:t>('</a:t>
            </a:r>
            <a:r>
              <a:rPr lang="en-US" sz="4800" dirty="0" err="1"/>
              <a:t>mySky</a:t>
            </a:r>
            <a:r>
              <a:rPr lang="en-US" sz="4800" dirty="0"/>
              <a:t>’).</a:t>
            </a:r>
            <a:r>
              <a:rPr lang="en-US" sz="4800" dirty="0" err="1"/>
              <a:t>setAttribute</a:t>
            </a:r>
            <a:r>
              <a:rPr lang="en-US" sz="4800" dirty="0"/>
              <a:t>('material', '</a:t>
            </a:r>
            <a:r>
              <a:rPr lang="en-US" sz="4800" dirty="0" err="1"/>
              <a:t>src</a:t>
            </a:r>
            <a:r>
              <a:rPr lang="en-US" sz="4800" dirty="0"/>
              <a:t>: #nebula');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&lt;/script&gt;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&lt;a-scene&gt;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&lt;a-assets&gt;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&lt;</a:t>
            </a:r>
            <a:r>
              <a:rPr lang="en-US" sz="4800" dirty="0" err="1"/>
              <a:t>img</a:t>
            </a:r>
            <a:r>
              <a:rPr lang="en-US" sz="4800" dirty="0"/>
              <a:t> id="</a:t>
            </a:r>
            <a:r>
              <a:rPr lang="en-US" sz="4800" b="1" dirty="0">
                <a:solidFill>
                  <a:srgbClr val="FF0000"/>
                </a:solidFill>
              </a:rPr>
              <a:t>nebula</a:t>
            </a:r>
            <a:r>
              <a:rPr lang="en-US" sz="4800" dirty="0"/>
              <a:t>" </a:t>
            </a:r>
            <a:r>
              <a:rPr lang="en-US" sz="4800" dirty="0" err="1"/>
              <a:t>crossorigin</a:t>
            </a:r>
            <a:r>
              <a:rPr lang="en-US" sz="4800" dirty="0"/>
              <a:t>="anonymous"&gt;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&lt;/a-assets&gt;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&lt;a-sky id="</a:t>
            </a:r>
            <a:r>
              <a:rPr lang="en-US" sz="4800" dirty="0" err="1"/>
              <a:t>mySky</a:t>
            </a:r>
            <a:r>
              <a:rPr lang="en-US" sz="4800" dirty="0"/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	</a:t>
            </a:r>
            <a:r>
              <a:rPr lang="en-US" sz="4800" b="1" dirty="0" err="1">
                <a:solidFill>
                  <a:srgbClr val="FF0000"/>
                </a:solidFill>
              </a:rPr>
              <a:t>src</a:t>
            </a:r>
            <a:r>
              <a:rPr lang="en-US" sz="4800" b="1" dirty="0">
                <a:solidFill>
                  <a:srgbClr val="FF0000"/>
                </a:solidFill>
              </a:rPr>
              <a:t>="#nebula“ </a:t>
            </a:r>
            <a:r>
              <a:rPr lang="en-US" sz="4800" dirty="0"/>
              <a:t>position="-2.5  0 -1.5"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&gt;&lt;/a-sky&gt;	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&lt;a-text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font="</a:t>
            </a:r>
            <a:r>
              <a:rPr lang="en-US" sz="4800" dirty="0" err="1"/>
              <a:t>kelsonsans</a:t>
            </a:r>
            <a:r>
              <a:rPr lang="en-US" sz="4800" dirty="0"/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color = "#FFFFFF"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value="HELLO A-Frame from EARTH!!!"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  width="6"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position="0 -1 -5"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      &gt;&lt;/a-text&gt;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800" dirty="0"/>
              <a:t>    &lt;/a-scene&gt;</a:t>
            </a:r>
          </a:p>
        </p:txBody>
      </p:sp>
    </p:spTree>
    <p:extLst>
      <p:ext uri="{BB962C8B-B14F-4D97-AF65-F5344CB8AC3E}">
        <p14:creationId xmlns:p14="http://schemas.microsoft.com/office/powerpoint/2010/main" val="511201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E1747-140B-31BE-3B30-AC6CA914F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5C5F1-6473-B90E-35B2-FB5AB33F5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You have now created virtual reality text on a 3D background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 can also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Change background – to the nebula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What if it doesn’t work?  TROUBLESHOOTING!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Move text around in the nebula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What if it doesn’t work?  TROUBLESHOOTING!</a:t>
            </a:r>
          </a:p>
        </p:txBody>
      </p:sp>
    </p:spTree>
    <p:extLst>
      <p:ext uri="{BB962C8B-B14F-4D97-AF65-F5344CB8AC3E}">
        <p14:creationId xmlns:p14="http://schemas.microsoft.com/office/powerpoint/2010/main" val="3458564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F7061-7CBC-ECE1-29BB-5EDD6CCDE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Getting a-frame from aframe.io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686B1-9CF4-722F-7A11-A790E25C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&lt;head&gt;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&lt;script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src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="https://aframe.io/releases/1.7.1/aframe.min.js"&gt;</a:t>
            </a:r>
          </a:p>
          <a:p>
            <a:pPr marL="0" indent="0">
              <a:buNone/>
            </a:pPr>
            <a:r>
              <a:rPr lang="en-US" dirty="0"/>
              <a:t>    &lt;/script&gt;</a:t>
            </a:r>
          </a:p>
          <a:p>
            <a:pPr marL="0" indent="0">
              <a:buNone/>
            </a:pPr>
            <a:r>
              <a:rPr lang="en-US" dirty="0"/>
              <a:t>&lt;/head&gt;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Or to run outside of header to help TROUBLE SHOOTING</a:t>
            </a:r>
          </a:p>
          <a:p>
            <a:pPr marL="0" indent="0">
              <a:buNone/>
            </a:pPr>
            <a:r>
              <a:rPr lang="en-US" dirty="0"/>
              <a:t> &lt;body&gt;</a:t>
            </a:r>
          </a:p>
          <a:p>
            <a:pPr marL="0" indent="0">
              <a:buNone/>
            </a:pPr>
            <a:r>
              <a:rPr lang="en-US" dirty="0"/>
              <a:t>   &lt;script </a:t>
            </a:r>
            <a:r>
              <a:rPr lang="en-US" dirty="0" err="1"/>
              <a:t>src</a:t>
            </a:r>
            <a:r>
              <a:rPr lang="en-US" dirty="0"/>
              <a:t>=“../</a:t>
            </a:r>
            <a:r>
              <a:rPr lang="en-US" dirty="0" err="1"/>
              <a:t>js</a:t>
            </a:r>
            <a:r>
              <a:rPr lang="en-US" dirty="0"/>
              <a:t>/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aframe-master.min.js</a:t>
            </a:r>
            <a:r>
              <a:rPr lang="en-US" dirty="0"/>
              <a:t>"&gt;  &lt;!-- LOCAL a-frame here --&gt;</a:t>
            </a:r>
          </a:p>
          <a:p>
            <a:pPr marL="0" indent="0">
              <a:buNone/>
            </a:pPr>
            <a:r>
              <a:rPr lang="en-US" dirty="0"/>
              <a:t>						     &lt;!-- Network a-frame in </a:t>
            </a:r>
            <a:r>
              <a:rPr lang="en-US" dirty="0">
                <a:solidFill>
                  <a:srgbClr val="FF0000"/>
                </a:solidFill>
              </a:rPr>
              <a:t>head</a:t>
            </a:r>
            <a:r>
              <a:rPr lang="en-US" dirty="0"/>
              <a:t> --&gt;</a:t>
            </a:r>
          </a:p>
          <a:p>
            <a:pPr marL="0" indent="0">
              <a:buNone/>
            </a:pPr>
            <a:r>
              <a:rPr lang="en-US" dirty="0"/>
              <a:t>   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1900720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TROUBLESHOOTING!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81FF-E82E-1494-5F96-BBE679FF58BB}"/>
              </a:ext>
            </a:extLst>
          </p:cNvPr>
          <p:cNvSpPr txBox="1"/>
          <p:nvPr/>
        </p:nvSpPr>
        <p:spPr>
          <a:xfrm>
            <a:off x="3555090" y="5942568"/>
            <a:ext cx="3344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CTRL-O in browser </a:t>
            </a:r>
            <a:r>
              <a:rPr lang="en-US" dirty="0"/>
              <a:t>    to load a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F0ECD7-1106-DB4E-BB23-054225457EF4}"/>
              </a:ext>
            </a:extLst>
          </p:cNvPr>
          <p:cNvSpPr txBox="1"/>
          <p:nvPr/>
        </p:nvSpPr>
        <p:spPr>
          <a:xfrm>
            <a:off x="3317947" y="2611242"/>
            <a:ext cx="5955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CTRL-ALT-I in browser</a:t>
            </a:r>
            <a:r>
              <a:rPr lang="en-US" sz="2400" dirty="0"/>
              <a:t>    for a-frame debugging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CDBDB-CB2D-3FA8-FBD1-292CAD0BBEE2}"/>
              </a:ext>
            </a:extLst>
          </p:cNvPr>
          <p:cNvSpPr txBox="1"/>
          <p:nvPr/>
        </p:nvSpPr>
        <p:spPr>
          <a:xfrm>
            <a:off x="3436859" y="3749265"/>
            <a:ext cx="7260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SHIFT-CTRL-J in browser</a:t>
            </a:r>
            <a:r>
              <a:rPr lang="en-US" sz="2400" dirty="0"/>
              <a:t>    for Chrome/</a:t>
            </a:r>
            <a:r>
              <a:rPr lang="en-US" sz="2400" dirty="0" err="1"/>
              <a:t>FireFox</a:t>
            </a:r>
            <a:r>
              <a:rPr lang="en-US" sz="2400" dirty="0"/>
              <a:t> debugging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239DD-2B88-AED9-EF8E-8B318EF4AF07}"/>
              </a:ext>
            </a:extLst>
          </p:cNvPr>
          <p:cNvSpPr txBox="1"/>
          <p:nvPr/>
        </p:nvSpPr>
        <p:spPr>
          <a:xfrm>
            <a:off x="3257123" y="3144984"/>
            <a:ext cx="6384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CMD-Option-I in browser</a:t>
            </a:r>
            <a:r>
              <a:rPr lang="en-US" sz="2400" dirty="0"/>
              <a:t>    for a-frame debugging</a:t>
            </a:r>
          </a:p>
        </p:txBody>
      </p:sp>
    </p:spTree>
    <p:extLst>
      <p:ext uri="{BB962C8B-B14F-4D97-AF65-F5344CB8AC3E}">
        <p14:creationId xmlns:p14="http://schemas.microsoft.com/office/powerpoint/2010/main" val="1984120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2736</TotalTime>
  <Words>1014</Words>
  <Application>Microsoft Office PowerPoint</Application>
  <PresentationFormat>Widescreen</PresentationFormat>
  <Paragraphs>193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Meiryo</vt:lpstr>
      <vt:lpstr>Arial</vt:lpstr>
      <vt:lpstr>Calibri</vt:lpstr>
      <vt:lpstr>Calibri Light</vt:lpstr>
      <vt:lpstr>Cambria Math</vt:lpstr>
      <vt:lpstr>Wingdings</vt:lpstr>
      <vt:lpstr>office theme</vt:lpstr>
      <vt:lpstr>AR/VR Workshop Introduction</vt:lpstr>
      <vt:lpstr>Full select demo – how you can do …</vt:lpstr>
      <vt:lpstr>Module demo highlights: 3D image </vt:lpstr>
      <vt:lpstr>Outline</vt:lpstr>
      <vt:lpstr>High level view and learning path</vt:lpstr>
      <vt:lpstr>A-frame</vt:lpstr>
      <vt:lpstr>No installation VR</vt:lpstr>
      <vt:lpstr>Overview: wonder-phil.github.io </vt:lpstr>
      <vt:lpstr>Laptop view</vt:lpstr>
      <vt:lpstr>Basic HTML</vt:lpstr>
      <vt:lpstr>index.html and not-index.html</vt:lpstr>
      <vt:lpstr>VR glasses steps</vt:lpstr>
      <vt:lpstr>simple-sky.html</vt:lpstr>
      <vt:lpstr>simple-sky.html: basic color</vt:lpstr>
      <vt:lpstr>simple-sky.html: changing the view</vt:lpstr>
      <vt:lpstr>Putting it all together</vt:lpstr>
      <vt:lpstr>PowerPoint Presentation</vt:lpstr>
      <vt:lpstr>Getting a-frame from aframe.io</vt:lpstr>
      <vt:lpstr>TROUBLESHOOTING!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310</cp:revision>
  <dcterms:created xsi:type="dcterms:W3CDTF">2023-10-08T23:58:23Z</dcterms:created>
  <dcterms:modified xsi:type="dcterms:W3CDTF">2026-10-08T17:56:33Z</dcterms:modified>
</cp:coreProperties>
</file>